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3" r:id="rId3"/>
    <p:sldId id="265" r:id="rId4"/>
    <p:sldId id="258" r:id="rId5"/>
    <p:sldId id="262" r:id="rId6"/>
    <p:sldId id="261" r:id="rId7"/>
    <p:sldId id="263" r:id="rId8"/>
    <p:sldId id="266" r:id="rId9"/>
    <p:sldId id="267" r:id="rId10"/>
    <p:sldId id="269" r:id="rId11"/>
    <p:sldId id="268" r:id="rId12"/>
    <p:sldId id="270" r:id="rId13"/>
    <p:sldId id="271" r:id="rId14"/>
    <p:sldId id="264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9F994A-EA3E-4BF6-81B7-8A1427B59C34}" v="11" dt="2026-05-04T00:39:03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mathurmukul@gmail.com" userId="S::urn:spo:guest#akshaymathurmukul@gmail.com::" providerId="AD" clId="Web-{D12E4368-DDEA-5086-BD4A-3B11A03E8ED7}"/>
    <pc:docChg chg="modSld">
      <pc:chgData name="akshaymathurmukul@gmail.com" userId="S::urn:spo:guest#akshaymathurmukul@gmail.com::" providerId="AD" clId="Web-{D12E4368-DDEA-5086-BD4A-3B11A03E8ED7}" dt="2026-05-02T05:28:44.523" v="9" actId="14100"/>
      <pc:docMkLst>
        <pc:docMk/>
      </pc:docMkLst>
      <pc:sldChg chg="addSp modSp">
        <pc:chgData name="akshaymathurmukul@gmail.com" userId="S::urn:spo:guest#akshaymathurmukul@gmail.com::" providerId="AD" clId="Web-{D12E4368-DDEA-5086-BD4A-3B11A03E8ED7}" dt="2026-05-02T05:28:44.523" v="9" actId="14100"/>
        <pc:sldMkLst>
          <pc:docMk/>
          <pc:sldMk cId="1528186129" sldId="256"/>
        </pc:sldMkLst>
        <pc:spChg chg="mod">
          <ac:chgData name="akshaymathurmukul@gmail.com" userId="S::urn:spo:guest#akshaymathurmukul@gmail.com::" providerId="AD" clId="Web-{D12E4368-DDEA-5086-BD4A-3B11A03E8ED7}" dt="2026-05-02T05:26:23.929" v="2" actId="1076"/>
          <ac:spMkLst>
            <pc:docMk/>
            <pc:sldMk cId="1528186129" sldId="256"/>
            <ac:spMk id="2" creationId="{1CB41BEA-3C0E-090B-4B5B-5919BA016BA2}"/>
          </ac:spMkLst>
        </pc:spChg>
        <pc:spChg chg="mod">
          <ac:chgData name="akshaymathurmukul@gmail.com" userId="S::urn:spo:guest#akshaymathurmukul@gmail.com::" providerId="AD" clId="Web-{D12E4368-DDEA-5086-BD4A-3B11A03E8ED7}" dt="2026-05-02T05:26:09.882" v="1" actId="1076"/>
          <ac:spMkLst>
            <pc:docMk/>
            <pc:sldMk cId="1528186129" sldId="256"/>
            <ac:spMk id="3" creationId="{13B8AAAA-B254-0297-E77C-20086460BEB3}"/>
          </ac:spMkLst>
        </pc:spChg>
        <pc:spChg chg="add mod">
          <ac:chgData name="akshaymathurmukul@gmail.com" userId="S::urn:spo:guest#akshaymathurmukul@gmail.com::" providerId="AD" clId="Web-{D12E4368-DDEA-5086-BD4A-3B11A03E8ED7}" dt="2026-05-02T05:28:44.523" v="9" actId="14100"/>
          <ac:spMkLst>
            <pc:docMk/>
            <pc:sldMk cId="1528186129" sldId="256"/>
            <ac:spMk id="4" creationId="{8654CA83-C509-EF6B-6CE2-38FF68EE1D46}"/>
          </ac:spMkLst>
        </pc:spChg>
      </pc:sldChg>
      <pc:sldChg chg="modSp">
        <pc:chgData name="akshaymathurmukul@gmail.com" userId="S::urn:spo:guest#akshaymathurmukul@gmail.com::" providerId="AD" clId="Web-{D12E4368-DDEA-5086-BD4A-3B11A03E8ED7}" dt="2026-05-02T05:04:19.450" v="0" actId="20577"/>
        <pc:sldMkLst>
          <pc:docMk/>
          <pc:sldMk cId="905985615" sldId="265"/>
        </pc:sldMkLst>
        <pc:spChg chg="mod">
          <ac:chgData name="akshaymathurmukul@gmail.com" userId="S::urn:spo:guest#akshaymathurmukul@gmail.com::" providerId="AD" clId="Web-{D12E4368-DDEA-5086-BD4A-3B11A03E8ED7}" dt="2026-05-02T05:04:19.450" v="0" actId="20577"/>
          <ac:spMkLst>
            <pc:docMk/>
            <pc:sldMk cId="905985615" sldId="265"/>
            <ac:spMk id="3" creationId="{A634B1C1-3EA5-029E-3E76-CB903B8463D6}"/>
          </ac:spMkLst>
        </pc:spChg>
      </pc:sldChg>
    </pc:docChg>
  </pc:docChgLst>
  <pc:docChgLst>
    <pc:chgData name="Achintya Mathur" userId="d485a73b-5fac-4d3e-9411-54212e38c470" providerId="ADAL" clId="{DC85ACB0-B8F6-4D77-A0D4-C24D80677943}"/>
    <pc:docChg chg="undo custSel addSld delSld modSld sldOrd">
      <pc:chgData name="Achintya Mathur" userId="d485a73b-5fac-4d3e-9411-54212e38c470" providerId="ADAL" clId="{DC85ACB0-B8F6-4D77-A0D4-C24D80677943}" dt="2026-05-04T03:33:07.062" v="3496" actId="47"/>
      <pc:docMkLst>
        <pc:docMk/>
      </pc:docMkLst>
      <pc:sldChg chg="modSp mod">
        <pc:chgData name="Achintya Mathur" userId="d485a73b-5fac-4d3e-9411-54212e38c470" providerId="ADAL" clId="{DC85ACB0-B8F6-4D77-A0D4-C24D80677943}" dt="2026-05-02T05:25:40.819" v="2752" actId="20577"/>
        <pc:sldMkLst>
          <pc:docMk/>
          <pc:sldMk cId="1528186129" sldId="256"/>
        </pc:sldMkLst>
        <pc:spChg chg="mod">
          <ac:chgData name="Achintya Mathur" userId="d485a73b-5fac-4d3e-9411-54212e38c470" providerId="ADAL" clId="{DC85ACB0-B8F6-4D77-A0D4-C24D80677943}" dt="2026-05-02T04:11:57.856" v="2214" actId="20577"/>
          <ac:spMkLst>
            <pc:docMk/>
            <pc:sldMk cId="1528186129" sldId="256"/>
            <ac:spMk id="2" creationId="{1CB41BEA-3C0E-090B-4B5B-5919BA016BA2}"/>
          </ac:spMkLst>
        </pc:spChg>
        <pc:spChg chg="mod">
          <ac:chgData name="Achintya Mathur" userId="d485a73b-5fac-4d3e-9411-54212e38c470" providerId="ADAL" clId="{DC85ACB0-B8F6-4D77-A0D4-C24D80677943}" dt="2026-05-02T05:25:40.819" v="2752" actId="20577"/>
          <ac:spMkLst>
            <pc:docMk/>
            <pc:sldMk cId="1528186129" sldId="256"/>
            <ac:spMk id="3" creationId="{13B8AAAA-B254-0297-E77C-20086460BEB3}"/>
          </ac:spMkLst>
        </pc:spChg>
      </pc:sldChg>
      <pc:sldChg chg="delSp modSp mod addAnim delAnim modAnim">
        <pc:chgData name="Achintya Mathur" userId="d485a73b-5fac-4d3e-9411-54212e38c470" providerId="ADAL" clId="{DC85ACB0-B8F6-4D77-A0D4-C24D80677943}" dt="2026-05-02T05:23:24.621" v="2693" actId="20577"/>
        <pc:sldMkLst>
          <pc:docMk/>
          <pc:sldMk cId="897569375" sldId="261"/>
        </pc:sldMkLst>
        <pc:spChg chg="mod">
          <ac:chgData name="Achintya Mathur" userId="d485a73b-5fac-4d3e-9411-54212e38c470" providerId="ADAL" clId="{DC85ACB0-B8F6-4D77-A0D4-C24D80677943}" dt="2026-05-02T05:23:24.621" v="2693" actId="20577"/>
          <ac:spMkLst>
            <pc:docMk/>
            <pc:sldMk cId="897569375" sldId="261"/>
            <ac:spMk id="2" creationId="{63B0BDEB-4D79-C26A-E1F2-F29433F72941}"/>
          </ac:spMkLst>
        </pc:spChg>
        <pc:spChg chg="mod">
          <ac:chgData name="Achintya Mathur" userId="d485a73b-5fac-4d3e-9411-54212e38c470" providerId="ADAL" clId="{DC85ACB0-B8F6-4D77-A0D4-C24D80677943}" dt="2026-05-02T05:15:14.541" v="2633" actId="15"/>
          <ac:spMkLst>
            <pc:docMk/>
            <pc:sldMk cId="897569375" sldId="261"/>
            <ac:spMk id="3" creationId="{FC27BD34-361B-946A-C6F9-168056A0EB1C}"/>
          </ac:spMkLst>
        </pc:spChg>
        <pc:spChg chg="mod">
          <ac:chgData name="Achintya Mathur" userId="d485a73b-5fac-4d3e-9411-54212e38c470" providerId="ADAL" clId="{DC85ACB0-B8F6-4D77-A0D4-C24D80677943}" dt="2026-05-02T03:27:41.107" v="1313" actId="1076"/>
          <ac:spMkLst>
            <pc:docMk/>
            <pc:sldMk cId="897569375" sldId="261"/>
            <ac:spMk id="6" creationId="{D9F46136-CF71-96F6-6D0D-312C4548F3DD}"/>
          </ac:spMkLst>
        </pc:spChg>
      </pc:sldChg>
      <pc:sldChg chg="modSp mod ord modAnim">
        <pc:chgData name="Achintya Mathur" userId="d485a73b-5fac-4d3e-9411-54212e38c470" providerId="ADAL" clId="{DC85ACB0-B8F6-4D77-A0D4-C24D80677943}" dt="2026-05-02T05:09:17.961" v="2632" actId="27636"/>
        <pc:sldMkLst>
          <pc:docMk/>
          <pc:sldMk cId="2183206902" sldId="262"/>
        </pc:sldMkLst>
        <pc:spChg chg="mod">
          <ac:chgData name="Achintya Mathur" userId="d485a73b-5fac-4d3e-9411-54212e38c470" providerId="ADAL" clId="{DC85ACB0-B8F6-4D77-A0D4-C24D80677943}" dt="2026-05-02T05:09:17.961" v="2632" actId="27636"/>
          <ac:spMkLst>
            <pc:docMk/>
            <pc:sldMk cId="2183206902" sldId="262"/>
            <ac:spMk id="3" creationId="{7B717C04-72FA-F5BF-094D-5FF1A47A1A25}"/>
          </ac:spMkLst>
        </pc:spChg>
      </pc:sldChg>
      <pc:sldChg chg="modSp mod">
        <pc:chgData name="Achintya Mathur" userId="d485a73b-5fac-4d3e-9411-54212e38c470" providerId="ADAL" clId="{DC85ACB0-B8F6-4D77-A0D4-C24D80677943}" dt="2026-05-02T05:18:20.109" v="2643" actId="20577"/>
        <pc:sldMkLst>
          <pc:docMk/>
          <pc:sldMk cId="3323716830" sldId="263"/>
        </pc:sldMkLst>
        <pc:spChg chg="mod">
          <ac:chgData name="Achintya Mathur" userId="d485a73b-5fac-4d3e-9411-54212e38c470" providerId="ADAL" clId="{DC85ACB0-B8F6-4D77-A0D4-C24D80677943}" dt="2026-05-02T05:18:20.109" v="2643" actId="20577"/>
          <ac:spMkLst>
            <pc:docMk/>
            <pc:sldMk cId="3323716830" sldId="263"/>
            <ac:spMk id="2" creationId="{6EE74034-E7D7-9478-0B46-6DD1899C0F69}"/>
          </ac:spMkLst>
        </pc:spChg>
        <pc:spChg chg="mod">
          <ac:chgData name="Achintya Mathur" userId="d485a73b-5fac-4d3e-9411-54212e38c470" providerId="ADAL" clId="{DC85ACB0-B8F6-4D77-A0D4-C24D80677943}" dt="2026-05-02T03:52:18.275" v="2062"/>
          <ac:spMkLst>
            <pc:docMk/>
            <pc:sldMk cId="3323716830" sldId="263"/>
            <ac:spMk id="3" creationId="{3C8CE4F0-8B2C-2645-02EE-E9D124BA0197}"/>
          </ac:spMkLst>
        </pc:spChg>
      </pc:sldChg>
      <pc:sldChg chg="modSp mod">
        <pc:chgData name="Achintya Mathur" userId="d485a73b-5fac-4d3e-9411-54212e38c470" providerId="ADAL" clId="{DC85ACB0-B8F6-4D77-A0D4-C24D80677943}" dt="2026-05-02T04:19:26.465" v="2238" actId="20577"/>
        <pc:sldMkLst>
          <pc:docMk/>
          <pc:sldMk cId="494429448" sldId="264"/>
        </pc:sldMkLst>
        <pc:spChg chg="mod">
          <ac:chgData name="Achintya Mathur" userId="d485a73b-5fac-4d3e-9411-54212e38c470" providerId="ADAL" clId="{DC85ACB0-B8F6-4D77-A0D4-C24D80677943}" dt="2026-05-02T04:19:26.465" v="2238" actId="20577"/>
          <ac:spMkLst>
            <pc:docMk/>
            <pc:sldMk cId="494429448" sldId="264"/>
            <ac:spMk id="3" creationId="{6775AAFE-C28B-17AE-1F76-C2EBA5CFFC14}"/>
          </ac:spMkLst>
        </pc:spChg>
      </pc:sldChg>
      <pc:sldChg chg="modSp mod">
        <pc:chgData name="Achintya Mathur" userId="d485a73b-5fac-4d3e-9411-54212e38c470" providerId="ADAL" clId="{DC85ACB0-B8F6-4D77-A0D4-C24D80677943}" dt="2026-05-02T06:02:11.473" v="3332" actId="20577"/>
        <pc:sldMkLst>
          <pc:docMk/>
          <pc:sldMk cId="905985615" sldId="265"/>
        </pc:sldMkLst>
        <pc:spChg chg="mod">
          <ac:chgData name="Achintya Mathur" userId="d485a73b-5fac-4d3e-9411-54212e38c470" providerId="ADAL" clId="{DC85ACB0-B8F6-4D77-A0D4-C24D80677943}" dt="2026-05-02T06:02:11.473" v="3332" actId="20577"/>
          <ac:spMkLst>
            <pc:docMk/>
            <pc:sldMk cId="905985615" sldId="265"/>
            <ac:spMk id="3" creationId="{A634B1C1-3EA5-029E-3E76-CB903B8463D6}"/>
          </ac:spMkLst>
        </pc:spChg>
      </pc:sldChg>
      <pc:sldChg chg="addAnim delAnim modAnim">
        <pc:chgData name="Achintya Mathur" userId="d485a73b-5fac-4d3e-9411-54212e38c470" providerId="ADAL" clId="{DC85ACB0-B8F6-4D77-A0D4-C24D80677943}" dt="2026-05-02T04:09:28.246" v="2129"/>
        <pc:sldMkLst>
          <pc:docMk/>
          <pc:sldMk cId="1050873093" sldId="266"/>
        </pc:sldMkLst>
      </pc:sldChg>
      <pc:sldChg chg="addSp delSp modSp mod addAnim delAnim modAnim">
        <pc:chgData name="Achintya Mathur" userId="d485a73b-5fac-4d3e-9411-54212e38c470" providerId="ADAL" clId="{DC85ACB0-B8F6-4D77-A0D4-C24D80677943}" dt="2026-05-04T00:27:54.266" v="3335" actId="14100"/>
        <pc:sldMkLst>
          <pc:docMk/>
          <pc:sldMk cId="410430115" sldId="267"/>
        </pc:sldMkLst>
        <pc:spChg chg="mod">
          <ac:chgData name="Achintya Mathur" userId="d485a73b-5fac-4d3e-9411-54212e38c470" providerId="ADAL" clId="{DC85ACB0-B8F6-4D77-A0D4-C24D80677943}" dt="2026-05-02T04:14:36.379" v="2216" actId="20577"/>
          <ac:spMkLst>
            <pc:docMk/>
            <pc:sldMk cId="410430115" sldId="267"/>
            <ac:spMk id="3" creationId="{E63E89D5-2861-E546-7F48-4EDA1E611FED}"/>
          </ac:spMkLst>
        </pc:spChg>
        <pc:picChg chg="add mod modCrop">
          <ac:chgData name="Achintya Mathur" userId="d485a73b-5fac-4d3e-9411-54212e38c470" providerId="ADAL" clId="{DC85ACB0-B8F6-4D77-A0D4-C24D80677943}" dt="2026-05-02T04:04:32.947" v="2113" actId="1076"/>
          <ac:picMkLst>
            <pc:docMk/>
            <pc:sldMk cId="410430115" sldId="267"/>
            <ac:picMk id="13" creationId="{619A0564-156A-E485-67A3-5953B99DEA4D}"/>
          </ac:picMkLst>
        </pc:picChg>
        <pc:picChg chg="add mod ord">
          <ac:chgData name="Achintya Mathur" userId="d485a73b-5fac-4d3e-9411-54212e38c470" providerId="ADAL" clId="{DC85ACB0-B8F6-4D77-A0D4-C24D80677943}" dt="2026-05-04T00:27:54.266" v="3335" actId="14100"/>
          <ac:picMkLst>
            <pc:docMk/>
            <pc:sldMk cId="410430115" sldId="267"/>
            <ac:picMk id="17" creationId="{99AD46D5-7AA5-0BA8-7F31-BFEFD58E5802}"/>
          </ac:picMkLst>
        </pc:picChg>
      </pc:sldChg>
      <pc:sldChg chg="addSp delSp modSp new mod">
        <pc:chgData name="Achintya Mathur" userId="d485a73b-5fac-4d3e-9411-54212e38c470" providerId="ADAL" clId="{DC85ACB0-B8F6-4D77-A0D4-C24D80677943}" dt="2026-05-02T03:55:00.412" v="2091" actId="14100"/>
        <pc:sldMkLst>
          <pc:docMk/>
          <pc:sldMk cId="2002040546" sldId="268"/>
        </pc:sldMkLst>
        <pc:spChg chg="mod">
          <ac:chgData name="Achintya Mathur" userId="d485a73b-5fac-4d3e-9411-54212e38c470" providerId="ADAL" clId="{DC85ACB0-B8F6-4D77-A0D4-C24D80677943}" dt="2026-05-02T02:28:59.321" v="43" actId="20577"/>
          <ac:spMkLst>
            <pc:docMk/>
            <pc:sldMk cId="2002040546" sldId="268"/>
            <ac:spMk id="2" creationId="{41872B4B-9C57-C035-94B3-28BCEBDE493D}"/>
          </ac:spMkLst>
        </pc:spChg>
        <pc:spChg chg="mod">
          <ac:chgData name="Achintya Mathur" userId="d485a73b-5fac-4d3e-9411-54212e38c470" providerId="ADAL" clId="{DC85ACB0-B8F6-4D77-A0D4-C24D80677943}" dt="2026-05-02T03:53:59.238" v="2082" actId="14100"/>
          <ac:spMkLst>
            <pc:docMk/>
            <pc:sldMk cId="2002040546" sldId="268"/>
            <ac:spMk id="3" creationId="{0FC944D6-2EEE-0101-80D2-780CA29EE1CB}"/>
          </ac:spMkLst>
        </pc:spChg>
        <pc:picChg chg="add mod ord modCrop">
          <ac:chgData name="Achintya Mathur" userId="d485a73b-5fac-4d3e-9411-54212e38c470" providerId="ADAL" clId="{DC85ACB0-B8F6-4D77-A0D4-C24D80677943}" dt="2026-05-02T03:55:00.412" v="2091" actId="14100"/>
          <ac:picMkLst>
            <pc:docMk/>
            <pc:sldMk cId="2002040546" sldId="268"/>
            <ac:picMk id="7" creationId="{984FFC1B-7057-F836-FA10-706829442AB4}"/>
          </ac:picMkLst>
        </pc:picChg>
        <pc:picChg chg="add mod modCrop">
          <ac:chgData name="Achintya Mathur" userId="d485a73b-5fac-4d3e-9411-54212e38c470" providerId="ADAL" clId="{DC85ACB0-B8F6-4D77-A0D4-C24D80677943}" dt="2026-05-02T03:47:25.023" v="1781" actId="1076"/>
          <ac:picMkLst>
            <pc:docMk/>
            <pc:sldMk cId="2002040546" sldId="268"/>
            <ac:picMk id="9" creationId="{E4072936-6A43-A70A-2A4C-CEB6DE61FD13}"/>
          </ac:picMkLst>
        </pc:picChg>
      </pc:sldChg>
      <pc:sldChg chg="addSp delSp modSp new mod modAnim">
        <pc:chgData name="Achintya Mathur" userId="d485a73b-5fac-4d3e-9411-54212e38c470" providerId="ADAL" clId="{DC85ACB0-B8F6-4D77-A0D4-C24D80677943}" dt="2026-05-02T04:07:23.139" v="2123"/>
        <pc:sldMkLst>
          <pc:docMk/>
          <pc:sldMk cId="1308866070" sldId="269"/>
        </pc:sldMkLst>
        <pc:spChg chg="mod">
          <ac:chgData name="Achintya Mathur" userId="d485a73b-5fac-4d3e-9411-54212e38c470" providerId="ADAL" clId="{DC85ACB0-B8F6-4D77-A0D4-C24D80677943}" dt="2026-05-02T02:29:45.614" v="81" actId="20577"/>
          <ac:spMkLst>
            <pc:docMk/>
            <pc:sldMk cId="1308866070" sldId="269"/>
            <ac:spMk id="2" creationId="{94DCCBE1-9C6E-8AE8-8583-AD3729405786}"/>
          </ac:spMkLst>
        </pc:spChg>
        <pc:spChg chg="mod">
          <ac:chgData name="Achintya Mathur" userId="d485a73b-5fac-4d3e-9411-54212e38c470" providerId="ADAL" clId="{DC85ACB0-B8F6-4D77-A0D4-C24D80677943}" dt="2026-05-02T03:52:02.298" v="2061" actId="20577"/>
          <ac:spMkLst>
            <pc:docMk/>
            <pc:sldMk cId="1308866070" sldId="269"/>
            <ac:spMk id="3" creationId="{E15B0C2A-65A9-FE88-4BA7-8BBA5AAE8D91}"/>
          </ac:spMkLst>
        </pc:spChg>
        <pc:picChg chg="add mod ord modCrop">
          <ac:chgData name="Achintya Mathur" userId="d485a73b-5fac-4d3e-9411-54212e38c470" providerId="ADAL" clId="{DC85ACB0-B8F6-4D77-A0D4-C24D80677943}" dt="2026-05-02T03:44:26.369" v="1740" actId="1076"/>
          <ac:picMkLst>
            <pc:docMk/>
            <pc:sldMk cId="1308866070" sldId="269"/>
            <ac:picMk id="7" creationId="{DB6F1932-6DA0-ABA5-BFC8-C7778DB5CE09}"/>
          </ac:picMkLst>
        </pc:picChg>
        <pc:picChg chg="add mod topLvl modCrop">
          <ac:chgData name="Achintya Mathur" userId="d485a73b-5fac-4d3e-9411-54212e38c470" providerId="ADAL" clId="{DC85ACB0-B8F6-4D77-A0D4-C24D80677943}" dt="2026-05-02T03:44:39.122" v="1743" actId="1076"/>
          <ac:picMkLst>
            <pc:docMk/>
            <pc:sldMk cId="1308866070" sldId="269"/>
            <ac:picMk id="11" creationId="{4ACA0710-9525-DE9C-21A1-63779046C5C1}"/>
          </ac:picMkLst>
        </pc:picChg>
        <pc:picChg chg="add mod modCrop">
          <ac:chgData name="Achintya Mathur" userId="d485a73b-5fac-4d3e-9411-54212e38c470" providerId="ADAL" clId="{DC85ACB0-B8F6-4D77-A0D4-C24D80677943}" dt="2026-05-02T03:44:32.693" v="1742" actId="1076"/>
          <ac:picMkLst>
            <pc:docMk/>
            <pc:sldMk cId="1308866070" sldId="269"/>
            <ac:picMk id="20" creationId="{85D0E4C2-2A3D-937E-ED0F-A42B8FD3E745}"/>
          </ac:picMkLst>
        </pc:picChg>
        <pc:picChg chg="add mod modCrop">
          <ac:chgData name="Achintya Mathur" userId="d485a73b-5fac-4d3e-9411-54212e38c470" providerId="ADAL" clId="{DC85ACB0-B8F6-4D77-A0D4-C24D80677943}" dt="2026-05-02T03:44:29.649" v="1741" actId="1076"/>
          <ac:picMkLst>
            <pc:docMk/>
            <pc:sldMk cId="1308866070" sldId="269"/>
            <ac:picMk id="22" creationId="{3138C1DB-5DD5-87D8-2C67-4583DE6A345A}"/>
          </ac:picMkLst>
        </pc:picChg>
      </pc:sldChg>
      <pc:sldChg chg="addSp modSp new mod">
        <pc:chgData name="Achintya Mathur" userId="d485a73b-5fac-4d3e-9411-54212e38c470" providerId="ADAL" clId="{DC85ACB0-B8F6-4D77-A0D4-C24D80677943}" dt="2026-05-02T04:55:22.937" v="2608" actId="1076"/>
        <pc:sldMkLst>
          <pc:docMk/>
          <pc:sldMk cId="2908471844" sldId="270"/>
        </pc:sldMkLst>
        <pc:spChg chg="mod">
          <ac:chgData name="Achintya Mathur" userId="d485a73b-5fac-4d3e-9411-54212e38c470" providerId="ADAL" clId="{DC85ACB0-B8F6-4D77-A0D4-C24D80677943}" dt="2026-05-02T02:55:11.005" v="735" actId="20577"/>
          <ac:spMkLst>
            <pc:docMk/>
            <pc:sldMk cId="2908471844" sldId="270"/>
            <ac:spMk id="2" creationId="{6DF6720E-A08B-30D3-F1EC-305259D5C897}"/>
          </ac:spMkLst>
        </pc:spChg>
        <pc:spChg chg="mod">
          <ac:chgData name="Achintya Mathur" userId="d485a73b-5fac-4d3e-9411-54212e38c470" providerId="ADAL" clId="{DC85ACB0-B8F6-4D77-A0D4-C24D80677943}" dt="2026-05-02T04:55:15.374" v="2607" actId="14100"/>
          <ac:spMkLst>
            <pc:docMk/>
            <pc:sldMk cId="2908471844" sldId="270"/>
            <ac:spMk id="3" creationId="{99472443-127E-F18C-5660-F382577B2FC5}"/>
          </ac:spMkLst>
        </pc:spChg>
        <pc:picChg chg="add mod">
          <ac:chgData name="Achintya Mathur" userId="d485a73b-5fac-4d3e-9411-54212e38c470" providerId="ADAL" clId="{DC85ACB0-B8F6-4D77-A0D4-C24D80677943}" dt="2026-05-02T04:55:22.937" v="2608" actId="1076"/>
          <ac:picMkLst>
            <pc:docMk/>
            <pc:sldMk cId="2908471844" sldId="270"/>
            <ac:picMk id="5122" creationId="{5CFAD78C-78C1-2A25-D4D2-484A5208B3A5}"/>
          </ac:picMkLst>
        </pc:picChg>
      </pc:sldChg>
      <pc:sldChg chg="addSp modSp new mod">
        <pc:chgData name="Achintya Mathur" userId="d485a73b-5fac-4d3e-9411-54212e38c470" providerId="ADAL" clId="{DC85ACB0-B8F6-4D77-A0D4-C24D80677943}" dt="2026-05-02T04:58:23.036" v="2610" actId="1076"/>
        <pc:sldMkLst>
          <pc:docMk/>
          <pc:sldMk cId="1919170870" sldId="271"/>
        </pc:sldMkLst>
        <pc:spChg chg="mod">
          <ac:chgData name="Achintya Mathur" userId="d485a73b-5fac-4d3e-9411-54212e38c470" providerId="ADAL" clId="{DC85ACB0-B8F6-4D77-A0D4-C24D80677943}" dt="2026-05-02T03:32:40.758" v="1497" actId="20577"/>
          <ac:spMkLst>
            <pc:docMk/>
            <pc:sldMk cId="1919170870" sldId="271"/>
            <ac:spMk id="2" creationId="{471DFD12-3157-AB17-A466-361A6CB561B2}"/>
          </ac:spMkLst>
        </pc:spChg>
        <pc:spChg chg="mod">
          <ac:chgData name="Achintya Mathur" userId="d485a73b-5fac-4d3e-9411-54212e38c470" providerId="ADAL" clId="{DC85ACB0-B8F6-4D77-A0D4-C24D80677943}" dt="2026-05-02T04:49:12.281" v="2592" actId="20577"/>
          <ac:spMkLst>
            <pc:docMk/>
            <pc:sldMk cId="1919170870" sldId="271"/>
            <ac:spMk id="3" creationId="{EB6DAADD-580D-49D9-87B9-C15589945845}"/>
          </ac:spMkLst>
        </pc:spChg>
        <pc:picChg chg="add mod">
          <ac:chgData name="Achintya Mathur" userId="d485a73b-5fac-4d3e-9411-54212e38c470" providerId="ADAL" clId="{DC85ACB0-B8F6-4D77-A0D4-C24D80677943}" dt="2026-05-02T04:58:23.036" v="2610" actId="1076"/>
          <ac:picMkLst>
            <pc:docMk/>
            <pc:sldMk cId="1919170870" sldId="271"/>
            <ac:picMk id="7" creationId="{E077AF9F-FDB9-89AA-BBCF-67B8388DF5C0}"/>
          </ac:picMkLst>
        </pc:picChg>
      </pc:sldChg>
      <pc:sldChg chg="modSp new mod">
        <pc:chgData name="Achintya Mathur" userId="d485a73b-5fac-4d3e-9411-54212e38c470" providerId="ADAL" clId="{DC85ACB0-B8F6-4D77-A0D4-C24D80677943}" dt="2026-05-02T04:23:03.153" v="2401" actId="20577"/>
        <pc:sldMkLst>
          <pc:docMk/>
          <pc:sldMk cId="2365216483" sldId="272"/>
        </pc:sldMkLst>
        <pc:spChg chg="mod">
          <ac:chgData name="Achintya Mathur" userId="d485a73b-5fac-4d3e-9411-54212e38c470" providerId="ADAL" clId="{DC85ACB0-B8F6-4D77-A0D4-C24D80677943}" dt="2026-05-02T04:23:03.153" v="2401" actId="20577"/>
          <ac:spMkLst>
            <pc:docMk/>
            <pc:sldMk cId="2365216483" sldId="272"/>
            <ac:spMk id="2" creationId="{DEFAA92B-B769-39EC-86F4-AB2FADD827E3}"/>
          </ac:spMkLst>
        </pc:spChg>
      </pc:sldChg>
      <pc:sldChg chg="modSp new mod">
        <pc:chgData name="Achintya Mathur" userId="d485a73b-5fac-4d3e-9411-54212e38c470" providerId="ADAL" clId="{DC85ACB0-B8F6-4D77-A0D4-C24D80677943}" dt="2026-05-02T05:37:58.600" v="3331" actId="20577"/>
        <pc:sldMkLst>
          <pc:docMk/>
          <pc:sldMk cId="3614061537" sldId="273"/>
        </pc:sldMkLst>
        <pc:spChg chg="mod">
          <ac:chgData name="Achintya Mathur" userId="d485a73b-5fac-4d3e-9411-54212e38c470" providerId="ADAL" clId="{DC85ACB0-B8F6-4D77-A0D4-C24D80677943}" dt="2026-05-02T05:24:39.977" v="2705" actId="20577"/>
          <ac:spMkLst>
            <pc:docMk/>
            <pc:sldMk cId="3614061537" sldId="273"/>
            <ac:spMk id="2" creationId="{D28FA415-C067-91AE-4E3F-990E56F720D9}"/>
          </ac:spMkLst>
        </pc:spChg>
        <pc:spChg chg="mod">
          <ac:chgData name="Achintya Mathur" userId="d485a73b-5fac-4d3e-9411-54212e38c470" providerId="ADAL" clId="{DC85ACB0-B8F6-4D77-A0D4-C24D80677943}" dt="2026-05-02T05:37:58.600" v="3331" actId="20577"/>
          <ac:spMkLst>
            <pc:docMk/>
            <pc:sldMk cId="3614061537" sldId="273"/>
            <ac:spMk id="3" creationId="{3905DE22-7D87-3074-6929-5093D903BC2B}"/>
          </ac:spMkLst>
        </pc:spChg>
      </pc:sldChg>
      <pc:sldChg chg="addSp modSp new del mod modAnim">
        <pc:chgData name="Achintya Mathur" userId="d485a73b-5fac-4d3e-9411-54212e38c470" providerId="ADAL" clId="{DC85ACB0-B8F6-4D77-A0D4-C24D80677943}" dt="2026-05-04T03:33:07.062" v="3496" actId="47"/>
        <pc:sldMkLst>
          <pc:docMk/>
          <pc:sldMk cId="146090806" sldId="274"/>
        </pc:sldMkLst>
        <pc:spChg chg="mod">
          <ac:chgData name="Achintya Mathur" userId="d485a73b-5fac-4d3e-9411-54212e38c470" providerId="ADAL" clId="{DC85ACB0-B8F6-4D77-A0D4-C24D80677943}" dt="2026-05-04T00:32:39.389" v="3370" actId="1076"/>
          <ac:spMkLst>
            <pc:docMk/>
            <pc:sldMk cId="146090806" sldId="274"/>
            <ac:spMk id="2" creationId="{69B6C22C-0FF3-6146-18E9-0EB9FDBDDBF1}"/>
          </ac:spMkLst>
        </pc:spChg>
        <pc:spChg chg="add mod">
          <ac:chgData name="Achintya Mathur" userId="d485a73b-5fac-4d3e-9411-54212e38c470" providerId="ADAL" clId="{DC85ACB0-B8F6-4D77-A0D4-C24D80677943}" dt="2026-05-04T00:39:03.252" v="3495" actId="164"/>
          <ac:spMkLst>
            <pc:docMk/>
            <pc:sldMk cId="146090806" sldId="274"/>
            <ac:spMk id="10" creationId="{4F8A5A0B-30A1-F1C1-848A-AE2BEEAA2A6F}"/>
          </ac:spMkLst>
        </pc:spChg>
        <pc:spChg chg="add mod">
          <ac:chgData name="Achintya Mathur" userId="d485a73b-5fac-4d3e-9411-54212e38c470" providerId="ADAL" clId="{DC85ACB0-B8F6-4D77-A0D4-C24D80677943}" dt="2026-05-04T00:39:03.252" v="3495" actId="164"/>
          <ac:spMkLst>
            <pc:docMk/>
            <pc:sldMk cId="146090806" sldId="274"/>
            <ac:spMk id="11" creationId="{F81668DF-50DF-E78C-486F-A6D1FC411130}"/>
          </ac:spMkLst>
        </pc:spChg>
        <pc:spChg chg="add mod">
          <ac:chgData name="Achintya Mathur" userId="d485a73b-5fac-4d3e-9411-54212e38c470" providerId="ADAL" clId="{DC85ACB0-B8F6-4D77-A0D4-C24D80677943}" dt="2026-05-04T00:39:03.252" v="3495" actId="164"/>
          <ac:spMkLst>
            <pc:docMk/>
            <pc:sldMk cId="146090806" sldId="274"/>
            <ac:spMk id="12" creationId="{102C302B-B888-DF96-51DC-14CF8DB91FAD}"/>
          </ac:spMkLst>
        </pc:spChg>
        <pc:spChg chg="add mod">
          <ac:chgData name="Achintya Mathur" userId="d485a73b-5fac-4d3e-9411-54212e38c470" providerId="ADAL" clId="{DC85ACB0-B8F6-4D77-A0D4-C24D80677943}" dt="2026-05-04T00:39:03.252" v="3495" actId="164"/>
          <ac:spMkLst>
            <pc:docMk/>
            <pc:sldMk cId="146090806" sldId="274"/>
            <ac:spMk id="13" creationId="{D9E20226-35CF-A98A-82B5-950EF26A314C}"/>
          </ac:spMkLst>
        </pc:spChg>
        <pc:spChg chg="add mod">
          <ac:chgData name="Achintya Mathur" userId="d485a73b-5fac-4d3e-9411-54212e38c470" providerId="ADAL" clId="{DC85ACB0-B8F6-4D77-A0D4-C24D80677943}" dt="2026-05-04T00:39:03.252" v="3495" actId="164"/>
          <ac:spMkLst>
            <pc:docMk/>
            <pc:sldMk cId="146090806" sldId="274"/>
            <ac:spMk id="14" creationId="{40BDE429-9736-7183-1824-D18452269BB9}"/>
          </ac:spMkLst>
        </pc:spChg>
        <pc:spChg chg="add mod">
          <ac:chgData name="Achintya Mathur" userId="d485a73b-5fac-4d3e-9411-54212e38c470" providerId="ADAL" clId="{DC85ACB0-B8F6-4D77-A0D4-C24D80677943}" dt="2026-05-04T00:39:03.252" v="3495" actId="164"/>
          <ac:spMkLst>
            <pc:docMk/>
            <pc:sldMk cId="146090806" sldId="274"/>
            <ac:spMk id="15" creationId="{22BAA673-2267-7495-8E43-D850B1BD9A84}"/>
          </ac:spMkLst>
        </pc:spChg>
        <pc:grpChg chg="add mod">
          <ac:chgData name="Achintya Mathur" userId="d485a73b-5fac-4d3e-9411-54212e38c470" providerId="ADAL" clId="{DC85ACB0-B8F6-4D77-A0D4-C24D80677943}" dt="2026-05-04T00:29:25.148" v="3341" actId="164"/>
          <ac:grpSpMkLst>
            <pc:docMk/>
            <pc:sldMk cId="146090806" sldId="274"/>
            <ac:grpSpMk id="5" creationId="{0E6AE498-61F1-4D86-0058-34E34E0C51D5}"/>
          </ac:grpSpMkLst>
        </pc:grpChg>
        <pc:picChg chg="add mod">
          <ac:chgData name="Achintya Mathur" userId="d485a73b-5fac-4d3e-9411-54212e38c470" providerId="ADAL" clId="{DC85ACB0-B8F6-4D77-A0D4-C24D80677943}" dt="2026-05-04T00:34:07.354" v="3377" actId="1076"/>
          <ac:picMkLst>
            <pc:docMk/>
            <pc:sldMk cId="146090806" sldId="274"/>
            <ac:picMk id="3" creationId="{D1A06881-83EB-C560-22A3-151C4B4EE56E}"/>
          </ac:picMkLst>
        </pc:picChg>
        <pc:picChg chg="add mod">
          <ac:chgData name="Achintya Mathur" userId="d485a73b-5fac-4d3e-9411-54212e38c470" providerId="ADAL" clId="{DC85ACB0-B8F6-4D77-A0D4-C24D80677943}" dt="2026-05-04T00:39:03.252" v="3495" actId="164"/>
          <ac:picMkLst>
            <pc:docMk/>
            <pc:sldMk cId="146090806" sldId="274"/>
            <ac:picMk id="4" creationId="{A60A8D4C-01B6-255E-D3CE-72335A0D67DE}"/>
          </ac:picMkLst>
        </pc:picChg>
        <pc:picChg chg="add mod">
          <ac:chgData name="Achintya Mathur" userId="d485a73b-5fac-4d3e-9411-54212e38c470" providerId="ADAL" clId="{DC85ACB0-B8F6-4D77-A0D4-C24D80677943}" dt="2026-05-04T00:39:03.252" v="3495" actId="164"/>
          <ac:picMkLst>
            <pc:docMk/>
            <pc:sldMk cId="146090806" sldId="274"/>
            <ac:picMk id="6" creationId="{756399B8-0D71-635E-DE2C-894B14C9299D}"/>
          </ac:picMkLst>
        </pc:picChg>
        <pc:picChg chg="add mod">
          <ac:chgData name="Achintya Mathur" userId="d485a73b-5fac-4d3e-9411-54212e38c470" providerId="ADAL" clId="{DC85ACB0-B8F6-4D77-A0D4-C24D80677943}" dt="2026-05-04T00:39:03.252" v="3495" actId="164"/>
          <ac:picMkLst>
            <pc:docMk/>
            <pc:sldMk cId="146090806" sldId="274"/>
            <ac:picMk id="7" creationId="{AD0CDF87-59BC-EE5F-614A-8F420643772E}"/>
          </ac:picMkLst>
        </pc:picChg>
        <pc:picChg chg="add mod">
          <ac:chgData name="Achintya Mathur" userId="d485a73b-5fac-4d3e-9411-54212e38c470" providerId="ADAL" clId="{DC85ACB0-B8F6-4D77-A0D4-C24D80677943}" dt="2026-05-04T00:39:03.252" v="3495" actId="164"/>
          <ac:picMkLst>
            <pc:docMk/>
            <pc:sldMk cId="146090806" sldId="274"/>
            <ac:picMk id="8" creationId="{5C79CB71-02AE-9E83-EF38-0D750AE771BA}"/>
          </ac:picMkLst>
        </pc:picChg>
        <pc:picChg chg="add mod">
          <ac:chgData name="Achintya Mathur" userId="d485a73b-5fac-4d3e-9411-54212e38c470" providerId="ADAL" clId="{DC85ACB0-B8F6-4D77-A0D4-C24D80677943}" dt="2026-05-04T00:34:34.361" v="3382" actId="1076"/>
          <ac:picMkLst>
            <pc:docMk/>
            <pc:sldMk cId="146090806" sldId="274"/>
            <ac:picMk id="9" creationId="{0176DBB8-B29A-ED21-B87E-DA50BC2F7C4A}"/>
          </ac:picMkLst>
        </pc:picChg>
      </pc:sldChg>
      <pc:sldChg chg="new del">
        <pc:chgData name="Achintya Mathur" userId="d485a73b-5fac-4d3e-9411-54212e38c470" providerId="ADAL" clId="{DC85ACB0-B8F6-4D77-A0D4-C24D80677943}" dt="2026-05-04T00:28:42.335" v="3337" actId="47"/>
        <pc:sldMkLst>
          <pc:docMk/>
          <pc:sldMk cId="2076832114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5F15-1C0C-7F3C-E060-C84E5C9B9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CDD6D-F440-BD90-ECA3-4A0CE42D6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C51C0-E522-1F6A-E65D-A5665168E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7380-23C8-4A2E-8047-91F3135D02BC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5C543-3A73-2745-BF66-1AAD169F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FC424-FA04-7409-73F1-E3726516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54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2C31-23D3-23C7-3B1E-93A82A153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01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FD6AA-F08C-B487-F66C-E43CC6ECC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097"/>
            <a:ext cx="10515600" cy="47218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59326-0685-119A-BA9B-C6B0A3C6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3A99-FF70-4DAF-A81C-B83E66467E94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48197-5F64-2812-3821-C8679067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28D31-2385-3B1F-0DD1-0E7E6EB9E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1517"/>
            <a:ext cx="2743200" cy="365125"/>
          </a:xfrm>
        </p:spPr>
        <p:txBody>
          <a:bodyPr/>
          <a:lstStyle/>
          <a:p>
            <a:fld id="{C5B4DE45-6544-4C42-8A73-1EF24EA9728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212152-82E0-C2FB-E6BB-B652CE4FFE4E}"/>
              </a:ext>
            </a:extLst>
          </p:cNvPr>
          <p:cNvSpPr/>
          <p:nvPr userDrawn="1"/>
        </p:nvSpPr>
        <p:spPr>
          <a:xfrm>
            <a:off x="-1" y="365126"/>
            <a:ext cx="174930" cy="76015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4EDDA6-2BCD-6C47-8EFA-2D643775934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04346"/>
            <a:ext cx="10515600" cy="0"/>
          </a:xfrm>
          <a:prstGeom prst="line">
            <a:avLst/>
          </a:prstGeom>
          <a:ln w="25400" cmpd="sng">
            <a:solidFill>
              <a:srgbClr val="00B0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F512E2-5404-632B-55A5-914B6829D57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6262016"/>
            <a:ext cx="10515600" cy="152399"/>
          </a:xfrm>
        </p:spPr>
        <p:txBody>
          <a:bodyPr>
            <a:noAutofit/>
          </a:bodyPr>
          <a:lstStyle>
            <a:lvl1pPr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646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5D574-066E-2EDB-8D2F-F031B3521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5404A-54E6-62C9-DED5-CFC011E24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BCE16-8F45-F178-05A4-7DD662095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1AB84-7D75-4312-9D36-6965674DA0E4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4B29-D169-E445-7BC7-9CC6DD09F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06293-660C-B982-5D0B-E5F09A24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572A02-5942-4CF3-497A-12F625763520}"/>
              </a:ext>
            </a:extLst>
          </p:cNvPr>
          <p:cNvSpPr/>
          <p:nvPr userDrawn="1"/>
        </p:nvSpPr>
        <p:spPr>
          <a:xfrm>
            <a:off x="0" y="612249"/>
            <a:ext cx="174930" cy="39502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29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64F6-318F-9535-7633-00B3ABAF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0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758DD-EBC3-AA5D-11C1-E58E8406D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C566E-706A-D89F-F6F8-41C145BC7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C7E09-E748-C323-6ED6-0619B2E8F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888BC-1CAC-4D48-88F3-80467A5F13CA}" type="datetime1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0F8D6-9ED9-4060-5ACA-F8FDD18A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BD2BE-05A7-A8DF-81D5-947F9941D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BB32E3-1790-782C-D1DE-0AAB1DFDD02D}"/>
              </a:ext>
            </a:extLst>
          </p:cNvPr>
          <p:cNvSpPr/>
          <p:nvPr userDrawn="1"/>
        </p:nvSpPr>
        <p:spPr>
          <a:xfrm>
            <a:off x="-1" y="365126"/>
            <a:ext cx="174930" cy="76015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4C50EB-A0D4-9E21-DCA3-9961FE0DDF6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98544"/>
            <a:ext cx="10515600" cy="0"/>
          </a:xfrm>
          <a:prstGeom prst="line">
            <a:avLst/>
          </a:prstGeom>
          <a:ln w="25400" cmpd="sng">
            <a:solidFill>
              <a:srgbClr val="00B0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61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C6E4-A9CB-34D6-5218-B909ACB9F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FABD6-6C74-F1EC-5116-B44346E1D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A3228-9CD8-E0F4-55E2-E3E9FF5E1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28771E-9E4F-629E-57BC-501930EFC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6EAB0B-B884-B433-5D97-77716A364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DE7C15-0E86-867F-318F-08B79627F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6CC-2C8B-4EFD-B7DA-CE36CC8B9D00}" type="datetime1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26195-8362-CF3C-8521-6F7D991F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C82892-AA81-6165-B58F-3C167E75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2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428D-0041-4706-82E5-DDDA503B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0ED38-528A-2C91-B814-E7F60887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A000-629D-44D4-A9F6-28CACDBF76D4}" type="datetime1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CAD12-4344-0C80-831E-1FFDF8AC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E305F-6241-A2A7-09B8-BBA9EBBF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71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FDDB0-D47B-ABDD-7B35-882FDB640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160ED-FA65-42DC-B0CE-9401B3E81FAC}" type="datetime1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28F0-1B76-76C8-596A-A3911033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EFEC9-4A8B-461F-3BB2-831BD2B1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31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3880-6FB7-DDB7-DFCA-C0AD4B9DD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7139D-0628-38F5-7E74-3CEB88E21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397D0-2616-8B2D-8EA0-9F9B01740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7024A-5185-A393-8D8B-414839E9D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07BD-24E1-45B2-AC02-07E2D393BAF5}" type="datetime1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FC92C-97C5-FA43-184A-9EDA1BA43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70472-27F8-06E1-531F-CFD66E65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14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6721-7CAE-3F45-1FED-E93067BD3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E39D7E-E552-BF81-0820-334CF1ECE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AC223-877B-F357-CCAC-46FDC7DF9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68BEB-39BA-24C7-ABA2-33F5BEDC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D592-35D6-4848-97CA-3576DD8483EC}" type="datetime1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EA1CC-A437-8754-7063-920A976E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B42BE-9D2C-4FE9-A284-84B6F3E9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23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3FA2-2EC3-6E9E-128E-B925961F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5270E-C766-A8A4-C031-81587AE21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93D58-3E4D-AD62-0D7C-38E9E406C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1C48-1A26-4B66-97FF-780DE28C2BE3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4A59B-D973-7A12-CF33-4056C164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14DCB-CBDB-7DD0-FC1E-34A3B4A6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7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FFBF25-102D-6983-D509-08620D133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4A703-C51F-EFAD-13CE-A45864DB5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21BF6-65D4-5679-21F5-5D4BC433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3574-F45B-4A4A-AA7E-0CA44A609405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07A2-52A6-B6AA-8796-F89F6A13F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EB3B8-DF39-17CB-A46A-63B53F75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39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B382DE-AA67-C40E-A6B6-5EDE162A4F97}"/>
              </a:ext>
            </a:extLst>
          </p:cNvPr>
          <p:cNvSpPr/>
          <p:nvPr userDrawn="1"/>
        </p:nvSpPr>
        <p:spPr>
          <a:xfrm>
            <a:off x="0" y="6492876"/>
            <a:ext cx="12192000" cy="365124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100000">
                <a:srgbClr val="00206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5B8AF-19BA-0817-4DFA-FB5ECC2C7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FE7F5-A9CE-BB6B-B142-6CD0AFB19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2EB4E-2F21-833B-7398-3BABB17C8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94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14F99-F98B-42E8-950E-A557A383BD69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30294-8D9F-EF7B-8D86-04CC0F639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357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27278-49B6-F63B-90FA-A96D26E31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15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5B4DE45-6544-4C42-8A73-1EF24EA972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388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oi.org/10.1002/advs.202202855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Flory&#8211;Huggins_solution_theory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3390/ijms2123904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467-022-35265-7" TargetMode="External"/><Relationship Id="rId2" Type="http://schemas.openxmlformats.org/officeDocument/2006/relationships/hyperlink" Target="https://doi.org/10.1038/s41467-021-21181-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26434/chemrxiv-2025-zhb2l" TargetMode="External"/><Relationship Id="rId4" Type="http://schemas.openxmlformats.org/officeDocument/2006/relationships/hyperlink" Target="https://doi.org/10.1038/s41467-025-62437-y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1BEA-3C0E-090B-4B5B-5919BA016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8948"/>
            <a:ext cx="9144000" cy="2387600"/>
          </a:xfrm>
        </p:spPr>
        <p:txBody>
          <a:bodyPr>
            <a:noAutofit/>
          </a:bodyPr>
          <a:lstStyle/>
          <a:p>
            <a:r>
              <a:rPr lang="en-US" sz="4800" dirty="0"/>
              <a:t>Modelling Crowder-Salt Interactions in a FUS-PEG-KCl System Using an Extended Flory-Huggins Framework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8AAAA-B254-0297-E77C-20086460B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4037"/>
            <a:ext cx="9144000" cy="2133599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Project Presentation by</a:t>
            </a:r>
          </a:p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Achintya Mathur</a:t>
            </a:r>
          </a:p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IN" baseline="30000" dirty="0">
                <a:solidFill>
                  <a:schemeClr val="bg1">
                    <a:lumMod val="50000"/>
                  </a:schemeClr>
                </a:solidFill>
              </a:rPr>
              <a:t>rd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 Year BS in Chemistry</a:t>
            </a:r>
          </a:p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S.R. No.: 23593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54CA83-C509-EF6B-6CE2-38FF68EE1D46}"/>
              </a:ext>
            </a:extLst>
          </p:cNvPr>
          <p:cNvSpPr/>
          <p:nvPr/>
        </p:nvSpPr>
        <p:spPr>
          <a:xfrm>
            <a:off x="0" y="1242645"/>
            <a:ext cx="199292" cy="16529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18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FA415-C067-91AE-4E3F-990E56F7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5DE22-7D87-3074-6929-5093D903B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To develop a minimal extended Flory-Huggins framework to test whether:</a:t>
            </a:r>
          </a:p>
          <a:p>
            <a:pPr lvl="1"/>
            <a:r>
              <a:rPr lang="en-IN" dirty="0"/>
              <a:t>Effects of salt concentration and molecular crowder are simply additive</a:t>
            </a:r>
          </a:p>
          <a:p>
            <a:pPr lvl="1"/>
            <a:r>
              <a:rPr lang="en-IN" dirty="0"/>
              <a:t>Non-trivial coupling effects emerge</a:t>
            </a:r>
          </a:p>
          <a:p>
            <a:pPr lvl="1"/>
            <a:endParaRPr lang="en-IN" dirty="0"/>
          </a:p>
          <a:p>
            <a:r>
              <a:rPr lang="en-IN" dirty="0"/>
              <a:t>To model various phase separation-related phenomena:</a:t>
            </a:r>
          </a:p>
          <a:p>
            <a:pPr lvl="1"/>
            <a:r>
              <a:rPr lang="en-IN" dirty="0" err="1"/>
              <a:t>Reentrant</a:t>
            </a:r>
            <a:r>
              <a:rPr lang="en-IN" dirty="0"/>
              <a:t> behaviour at high salt</a:t>
            </a:r>
          </a:p>
          <a:p>
            <a:pPr lvl="1"/>
            <a:r>
              <a:rPr lang="en-IN" dirty="0"/>
              <a:t>Crowder-driven phase separation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99A7C-A5E0-3194-2A4C-E653D8C63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2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6587BF-4EE8-CDC0-08D7-266697D627A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06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3C95-6577-6734-B8ED-53C6F1D68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Liquid-Liquid Phase 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4B1C1-3EA5-029E-3E76-CB903B846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097"/>
            <a:ext cx="5257800" cy="472186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IN" dirty="0"/>
          </a:p>
          <a:p>
            <a:r>
              <a:rPr lang="en-IN" dirty="0"/>
              <a:t>Homogeneous solution splits into immiscible dense and dilute phases</a:t>
            </a:r>
          </a:p>
          <a:p>
            <a:r>
              <a:rPr lang="en-IN" dirty="0"/>
              <a:t>Demonstrated by intrinsically disordered proteins (IDPs)</a:t>
            </a:r>
          </a:p>
          <a:p>
            <a:r>
              <a:rPr lang="en-IN" dirty="0"/>
              <a:t>Can function as membrane-less organelles</a:t>
            </a:r>
          </a:p>
          <a:p>
            <a:r>
              <a:rPr lang="en-IN" dirty="0"/>
              <a:t>Plays a role in neurodegenerative diseases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B89D8-FF9C-6AE9-F6B6-77E101FA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3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FA4200-3E7C-8B0E-5A98-7448B98B8D7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IN" dirty="0" err="1"/>
              <a:t>J.Ren</a:t>
            </a:r>
            <a:r>
              <a:rPr lang="en-IN" dirty="0"/>
              <a:t>, </a:t>
            </a:r>
            <a:r>
              <a:rPr lang="en-IN" dirty="0" err="1"/>
              <a:t>Z.Zhang</a:t>
            </a:r>
            <a:r>
              <a:rPr lang="en-IN" dirty="0"/>
              <a:t>, </a:t>
            </a:r>
            <a:r>
              <a:rPr lang="en-IN" dirty="0" err="1"/>
              <a:t>Z.Zong</a:t>
            </a:r>
            <a:r>
              <a:rPr lang="en-IN" dirty="0"/>
              <a:t>, </a:t>
            </a:r>
            <a:r>
              <a:rPr lang="en-IN" dirty="0" err="1"/>
              <a:t>L.Zhang</a:t>
            </a:r>
            <a:r>
              <a:rPr lang="en-IN" dirty="0"/>
              <a:t>, </a:t>
            </a:r>
            <a:r>
              <a:rPr lang="en-IN" dirty="0" err="1"/>
              <a:t>F.Zhou</a:t>
            </a:r>
            <a:r>
              <a:rPr lang="en-IN" dirty="0"/>
              <a:t>, Adv. Sci.2022, 9, 2202855. </a:t>
            </a:r>
            <a:r>
              <a:rPr lang="en-IN" dirty="0">
                <a:hlinkClick r:id="rId2"/>
              </a:rPr>
              <a:t>https://doi.org/10.1002/advs.202202855</a:t>
            </a:r>
            <a:r>
              <a:rPr lang="en-IN" dirty="0"/>
              <a:t> </a:t>
            </a:r>
          </a:p>
        </p:txBody>
      </p:sp>
      <p:pic>
        <p:nvPicPr>
          <p:cNvPr id="6" name="Picture 2" descr="Details are in the caption following the image">
            <a:extLst>
              <a:ext uri="{FF2B5EF4-FFF2-40B4-BE49-F238E27FC236}">
                <a16:creationId xmlns:a16="http://schemas.microsoft.com/office/drawing/2014/main" id="{A60E06DF-146F-6A61-53DF-407D8C372F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370"/>
          <a:stretch>
            <a:fillRect/>
          </a:stretch>
        </p:blipFill>
        <p:spPr bwMode="auto">
          <a:xfrm>
            <a:off x="6096000" y="1985589"/>
            <a:ext cx="5257800" cy="2886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98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577B2-D2D5-1EB4-EC1E-5F61856A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Flory-Huggins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4EBC6-5402-C62F-21CD-62BA11D74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5097"/>
                <a:ext cx="6637868" cy="4721866"/>
              </a:xfrm>
            </p:spPr>
            <p:txBody>
              <a:bodyPr>
                <a:normAutofit fontScale="92500"/>
              </a:bodyPr>
              <a:lstStyle/>
              <a:p>
                <a:r>
                  <a:rPr lang="en-IN" dirty="0"/>
                  <a:t>Basis in polymer chemistry</a:t>
                </a:r>
              </a:p>
              <a:p>
                <a:r>
                  <a:rPr lang="en-IN" dirty="0"/>
                  <a:t>Considers a lattice where each cell can be occupied either by a monomer of a polymeric chain or a solvent molecule</a:t>
                </a:r>
              </a:p>
              <a:p>
                <a:r>
                  <a:rPr lang="en-IN" dirty="0"/>
                  <a:t>Free energy of a polymer in a solvent is given by: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num>
                            <m:den>
                              <m:r>
                                <a:rPr lang="en-IN" b="0" i="1" dirty="0" err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func>
                            <m:func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b="0" i="0" dirty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func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b="0" i="0" dirty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func>
                        </m:e>
                      </m:eqAr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𝜒𝜙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is the volume fraction of the polymer, N is the number of monomers in the polymeric chain</a:t>
                </a:r>
              </a:p>
              <a:p>
                <a:r>
                  <a:rPr lang="en-IN" dirty="0"/>
                  <a:t>First two terms give entropic contribution to free energy</a:t>
                </a:r>
                <a:endParaRPr lang="en-I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IN" dirty="0"/>
                  <a:t> is called the Flory interaction parameter, which gives the enthalpic contribution to free energy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4EBC6-5402-C62F-21CD-62BA11D74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5097"/>
                <a:ext cx="6637868" cy="4721866"/>
              </a:xfrm>
              <a:blipFill>
                <a:blip r:embed="rId2"/>
                <a:stretch>
                  <a:fillRect l="-1195" t="-1550" r="-92" b="-3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C3EF0-953B-3F5F-F207-84623590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4</a:t>
            </a:fld>
            <a:endParaRPr lang="en-IN"/>
          </a:p>
        </p:txBody>
      </p:sp>
      <p:pic>
        <p:nvPicPr>
          <p:cNvPr id="2050" name="Picture 2" descr="Flory–Huggins solution theory - Wikipedia">
            <a:extLst>
              <a:ext uri="{FF2B5EF4-FFF2-40B4-BE49-F238E27FC236}">
                <a16:creationId xmlns:a16="http://schemas.microsoft.com/office/drawing/2014/main" id="{8C0FE6DF-6C75-FD30-D1FB-D56867AF9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083" y="2556419"/>
            <a:ext cx="3491717" cy="242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A55A3FF-6785-4B1A-E05C-7CB0932AC8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6262016"/>
            <a:ext cx="10515600" cy="152399"/>
          </a:xfrm>
        </p:spPr>
        <p:txBody>
          <a:bodyPr/>
          <a:lstStyle/>
          <a:p>
            <a:r>
              <a:rPr lang="en-IN" dirty="0">
                <a:hlinkClick r:id="rId4"/>
              </a:rPr>
              <a:t>https://en.wikipedia.org/wiki/Flory–</a:t>
            </a:r>
            <a:r>
              <a:rPr lang="en-IN" dirty="0" err="1">
                <a:hlinkClick r:id="rId4"/>
              </a:rPr>
              <a:t>Huggins_solution_theory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780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07377-62C3-9461-DF36-7FB66C0C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Diagrams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717C04-72FA-F5BF-094D-5FF1A47A1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5097"/>
                <a:ext cx="6409267" cy="472186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dirty="0"/>
                  <a:t>Spinodal:</a:t>
                </a:r>
              </a:p>
              <a:p>
                <a:pPr lvl="1"/>
                <a:r>
                  <a:rPr lang="en-IN" dirty="0"/>
                  <a:t>Given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Marks point of instability</a:t>
                </a:r>
              </a:p>
              <a:p>
                <a:pPr lvl="1"/>
                <a:r>
                  <a:rPr lang="en-IN" dirty="0"/>
                  <a:t>Det(Hessian) = 0 for multicomponent systems</a:t>
                </a:r>
              </a:p>
              <a:p>
                <a:endParaRPr lang="en-IN" dirty="0"/>
              </a:p>
              <a:p>
                <a:r>
                  <a:rPr lang="en-IN" dirty="0"/>
                  <a:t>Binodal:</a:t>
                </a:r>
              </a:p>
              <a:p>
                <a:pPr lvl="1"/>
                <a:r>
                  <a:rPr lang="en-IN" dirty="0"/>
                  <a:t>Actual coexistence curve</a:t>
                </a:r>
              </a:p>
              <a:p>
                <a:pPr lvl="1"/>
                <a:r>
                  <a:rPr lang="en-IN" dirty="0"/>
                  <a:t>Finding two distinct volume fractions such that: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endParaRPr lang="en-IN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In effect, the problem is finding a common tangent to two points on the free energy surface</a:t>
                </a:r>
              </a:p>
              <a:p>
                <a:pPr lvl="1"/>
                <a:r>
                  <a:rPr lang="en-IN" dirty="0"/>
                  <a:t>No closed form, must be solved numerically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717C04-72FA-F5BF-094D-5FF1A47A1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5097"/>
                <a:ext cx="6409267" cy="4721866"/>
              </a:xfrm>
              <a:blipFill>
                <a:blip r:embed="rId2"/>
                <a:stretch>
                  <a:fillRect l="-1332" t="-2326" r="-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00966-6163-1BAF-A2A8-53DE2C05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5</a:t>
            </a:fld>
            <a:endParaRPr lang="en-IN"/>
          </a:p>
        </p:txBody>
      </p:sp>
      <p:pic>
        <p:nvPicPr>
          <p:cNvPr id="4098" name="Picture 2" descr="Ijms 21 09045 g003 550">
            <a:extLst>
              <a:ext uri="{FF2B5EF4-FFF2-40B4-BE49-F238E27FC236}">
                <a16:creationId xmlns:a16="http://schemas.microsoft.com/office/drawing/2014/main" id="{ED192B70-CA98-A7EC-11AB-38A28A206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467" y="2197317"/>
            <a:ext cx="3965667" cy="323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E7A7AD1-C154-30D1-E09B-6C7F399E213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6262016"/>
            <a:ext cx="10515600" cy="152399"/>
          </a:xfrm>
        </p:spPr>
        <p:txBody>
          <a:bodyPr/>
          <a:lstStyle/>
          <a:p>
            <a:r>
              <a:rPr lang="en-IN" dirty="0" err="1"/>
              <a:t>Brocca</a:t>
            </a:r>
            <a:r>
              <a:rPr lang="en-IN" dirty="0"/>
              <a:t>, S., </a:t>
            </a:r>
            <a:r>
              <a:rPr lang="en-IN" dirty="0" err="1"/>
              <a:t>Grandori</a:t>
            </a:r>
            <a:r>
              <a:rPr lang="en-IN" dirty="0"/>
              <a:t>, R., Longhi, S., &amp; Uversky, V. (2020). </a:t>
            </a:r>
            <a:r>
              <a:rPr lang="en-IN" i="1" dirty="0"/>
              <a:t>International Journal of Molecular Sciences</a:t>
            </a:r>
            <a:r>
              <a:rPr lang="en-IN" dirty="0"/>
              <a:t>, </a:t>
            </a:r>
            <a:r>
              <a:rPr lang="en-IN" i="1" dirty="0"/>
              <a:t>21</a:t>
            </a:r>
            <a:r>
              <a:rPr lang="en-IN" dirty="0"/>
              <a:t>(23), 9045. </a:t>
            </a:r>
            <a:r>
              <a:rPr lang="en-IN" dirty="0">
                <a:hlinkClick r:id="rId4"/>
              </a:rPr>
              <a:t>https://doi.org/10.3390/ijms21239045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320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BDEB-4D79-C26A-E1F2-F29433F7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Extended Flory-Huggins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7BD34-361B-946A-C6F9-168056A0EB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455097"/>
                <a:ext cx="5257800" cy="472186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dirty="0"/>
                  <a:t>FUS is a well-known phase-separating protein</a:t>
                </a:r>
              </a:p>
              <a:p>
                <a:r>
                  <a:rPr lang="en-IN" dirty="0"/>
                  <a:t>PEG acts as a molecular crowder and is used to drive </a:t>
                </a:r>
                <a:r>
                  <a:rPr lang="en-IN" sz="2200" dirty="0"/>
                  <a:t>phase</a:t>
                </a:r>
                <a:r>
                  <a:rPr lang="en-IN" dirty="0"/>
                  <a:t> separation</a:t>
                </a:r>
              </a:p>
              <a:p>
                <a:r>
                  <a:rPr lang="en-IN" dirty="0"/>
                  <a:t>Salt incorporated into the system as ionic strength I</a:t>
                </a:r>
              </a:p>
              <a:p>
                <a:r>
                  <a:rPr lang="en-IN" dirty="0"/>
                  <a:t>A and B arise from the Debye-Hückel theory</a:t>
                </a:r>
              </a:p>
              <a:p>
                <a:r>
                  <a:rPr lang="en-IN" dirty="0"/>
                  <a:t>K</a:t>
                </a:r>
                <a:r>
                  <a:rPr lang="en-IN" baseline="-25000" dirty="0"/>
                  <a:t>1</a:t>
                </a:r>
                <a:r>
                  <a:rPr lang="en-IN" dirty="0"/>
                  <a:t> and K</a:t>
                </a:r>
                <a:r>
                  <a:rPr lang="en-IN" baseline="-25000" dirty="0"/>
                  <a:t>2</a:t>
                </a:r>
                <a:r>
                  <a:rPr lang="en-IN" dirty="0"/>
                  <a:t> arise from osmotic pressure and its Virial expansion</a:t>
                </a:r>
              </a:p>
              <a:p>
                <a:pPr marL="285750" indent="-28575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IN" dirty="0"/>
                  <a:t> is the cross-interaction term between salt and the molecular crowder</a:t>
                </a:r>
              </a:p>
              <a:p>
                <a:pPr marL="742950" lvl="1" indent="-285750"/>
                <a:r>
                  <a:rPr lang="en-IN" dirty="0"/>
                  <a:t>Captures any non-additive effects due to salt-crowder interactions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7BD34-361B-946A-C6F9-168056A0EB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455097"/>
                <a:ext cx="5257800" cy="4721866"/>
              </a:xfrm>
              <a:blipFill>
                <a:blip r:embed="rId2"/>
                <a:stretch>
                  <a:fillRect l="-1392" t="-2196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C1A7F-3ADF-A286-3D62-DE75BFC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6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F46136-CF71-96F6-6D0D-312C4548F3DD}"/>
                  </a:ext>
                </a:extLst>
              </p:cNvPr>
              <p:cNvSpPr txBox="1"/>
              <p:nvPr/>
            </p:nvSpPr>
            <p:spPr>
              <a:xfrm>
                <a:off x="6129865" y="2545626"/>
                <a:ext cx="5190068" cy="2023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2000" i="0">
                                  <a:latin typeface="Cambria Math" panose="02040503050406030204" pitchFamily="18" charset="0"/>
                                </a:rPr>
                                <m:t>eff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&amp;=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  <m:func>
                            <m:func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 i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func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func>
                            <m:func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 i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e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&amp; 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 i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&amp; +</m:t>
                          </m:r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𝑝𝑝</m:t>
                                  </m:r>
                                </m:sub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rad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𝐵𝐼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&amp; +</m:t>
                          </m:r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F46136-CF71-96F6-6D0D-312C4548F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9865" y="2545626"/>
                <a:ext cx="5190068" cy="20236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56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4034-E7D7-9478-0B46-6DD1899C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Synthetic Data Generation: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8CE4F0-8B2C-2645-02EE-E9D124BA01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5097"/>
                <a:ext cx="6925733" cy="4721866"/>
              </a:xfrm>
            </p:spPr>
            <p:txBody>
              <a:bodyPr/>
              <a:lstStyle/>
              <a:p>
                <a:r>
                  <a:rPr lang="en-IN" dirty="0"/>
                  <a:t>Parameter set such that the spinodal profile is close to the experimental observation</a:t>
                </a:r>
              </a:p>
              <a:p>
                <a:r>
                  <a:rPr lang="en-IN" dirty="0"/>
                  <a:t>Generated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IN" dirty="0"/>
                  <a:t> vs I phase diagram based on the spinodal condition</a:t>
                </a:r>
              </a:p>
              <a:p>
                <a:r>
                  <a:rPr lang="en-IN" dirty="0"/>
                  <a:t>Generated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IN" dirty="0"/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N" dirty="0"/>
                  <a:t> phase diagrams at three values of I</a:t>
                </a:r>
              </a:p>
              <a:p>
                <a:r>
                  <a:rPr lang="en-IN" dirty="0"/>
                  <a:t>Used to check if parameters can be recovered by curve-fitting</a:t>
                </a:r>
              </a:p>
              <a:p>
                <a:r>
                  <a:rPr lang="en-IN" dirty="0"/>
                  <a:t>Used to check if a nonzero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IN" dirty="0"/>
                  <a:t> is detectable using this model by hypothesis testing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8CE4F0-8B2C-2645-02EE-E9D124BA01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5097"/>
                <a:ext cx="6925733" cy="4721866"/>
              </a:xfrm>
              <a:blipFill>
                <a:blip r:embed="rId2"/>
                <a:stretch>
                  <a:fillRect l="-1232" t="-16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733B5-50AC-F3CD-E050-010953A2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7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E4613A-DD24-EB49-EBE2-E3039D389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7" t="60114" r="77500" b="6223"/>
          <a:stretch>
            <a:fillRect/>
          </a:stretch>
        </p:blipFill>
        <p:spPr>
          <a:xfrm>
            <a:off x="7763933" y="1752600"/>
            <a:ext cx="3589867" cy="346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1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13F4A-16A7-7178-B497-DE3C82F8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Synthetic Data Generation: 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8EF0BB-3B02-70C1-1384-0792C868A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2" r="40203" b="45148"/>
          <a:stretch>
            <a:fillRect/>
          </a:stretch>
        </p:blipFill>
        <p:spPr>
          <a:xfrm>
            <a:off x="5122332" y="1421884"/>
            <a:ext cx="5891054" cy="23627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E536F-6C6D-4C39-851B-3638DC38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8</a:t>
            </a:fld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E45C655-B6CA-C0EE-E72C-C0318C715D87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24" t="58644" r="20393"/>
          <a:stretch>
            <a:fillRect/>
          </a:stretch>
        </p:blipFill>
        <p:spPr>
          <a:xfrm>
            <a:off x="6805453" y="3784600"/>
            <a:ext cx="4207934" cy="23607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2F106A-BAD1-D56D-BD88-50EE4A500E63}"/>
              </a:ext>
            </a:extLst>
          </p:cNvPr>
          <p:cNvSpPr txBox="1"/>
          <p:nvPr/>
        </p:nvSpPr>
        <p:spPr>
          <a:xfrm>
            <a:off x="838201" y="2109189"/>
            <a:ext cx="42841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Model shows </a:t>
            </a:r>
            <a:r>
              <a:rPr lang="en-IN" sz="2200" dirty="0" err="1"/>
              <a:t>reentrant</a:t>
            </a:r>
            <a:r>
              <a:rPr lang="en-IN" sz="2200" dirty="0"/>
              <a:t> behaviour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2D spinodal shifts with increasing I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4AF7B8-62FC-7588-4CF1-9611E2ECC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17" t="11268" b="47169"/>
          <a:stretch>
            <a:fillRect/>
          </a:stretch>
        </p:blipFill>
        <p:spPr>
          <a:xfrm>
            <a:off x="2521321" y="3717639"/>
            <a:ext cx="4284132" cy="242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7D71F-F96A-6199-8427-1CA0ABFE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Fitting: Parameter Recovery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3E89D5-2861-E546-7F48-4EDA1E611F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5097"/>
                <a:ext cx="5758312" cy="4721866"/>
              </a:xfrm>
            </p:spPr>
            <p:txBody>
              <a:bodyPr>
                <a:normAutofit/>
              </a:bodyPr>
              <a:lstStyle/>
              <a:p>
                <a:r>
                  <a:rPr lang="en-IN" sz="2000" dirty="0"/>
                  <a:t>Two strategies for fitting were used: stepwise and joint</a:t>
                </a:r>
              </a:p>
              <a:p>
                <a:r>
                  <a:rPr lang="en-IN" sz="2000" dirty="0"/>
                  <a:t>Stepwise:</a:t>
                </a:r>
              </a:p>
              <a:p>
                <a:pPr lvl="1"/>
                <a:r>
                  <a:rPr lang="en-IN" sz="1800" dirty="0"/>
                  <a:t>First,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800" i="1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IN" sz="1800" dirty="0"/>
                  <a:t> vs I data was used to fit chi0, A, and B</a:t>
                </a:r>
              </a:p>
              <a:p>
                <a:pPr lvl="1"/>
                <a:r>
                  <a:rPr lang="en-IN" sz="1800" dirty="0"/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dirty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800" i="1" dirty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IN" sz="1800" dirty="0"/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N" sz="1800" dirty="0"/>
                  <a:t> data was used to fit K1 and delta</a:t>
                </a:r>
              </a:p>
              <a:p>
                <a:pPr lvl="1"/>
                <a:r>
                  <a:rPr lang="en-IN" sz="1800" dirty="0"/>
                  <a:t>Showed better parameter recovery</a:t>
                </a:r>
              </a:p>
              <a:p>
                <a:r>
                  <a:rPr lang="en-IN" sz="2000" dirty="0"/>
                  <a:t>Joint:</a:t>
                </a:r>
              </a:p>
              <a:p>
                <a:pPr lvl="1"/>
                <a:r>
                  <a:rPr lang="en-IN" sz="1800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dirty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800" i="1" dirty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IN" sz="1800" dirty="0"/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N" sz="1800" dirty="0"/>
                  <a:t> data was used to directly fit all parameters of the model</a:t>
                </a:r>
              </a:p>
              <a:p>
                <a:pPr lvl="1"/>
                <a:r>
                  <a:rPr lang="en-IN" sz="1800" dirty="0"/>
                  <a:t>Showed poorer parameter recovery</a:t>
                </a:r>
              </a:p>
              <a:p>
                <a:r>
                  <a:rPr lang="en-IN" sz="2000" dirty="0"/>
                  <a:t>Overall both showed reasonable recovery of parameters</a:t>
                </a:r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3E89D5-2861-E546-7F48-4EDA1E611F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5097"/>
                <a:ext cx="5758312" cy="4721866"/>
              </a:xfrm>
              <a:blipFill>
                <a:blip r:embed="rId2"/>
                <a:stretch>
                  <a:fillRect l="-953" t="-1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69D14-3442-3D92-A59D-72639059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9</a:t>
            </a:fld>
            <a:endParaRPr lang="en-IN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99AD46D5-7AA5-0BA8-7F31-BFEFD58E5802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00" y="2218267"/>
            <a:ext cx="2548956" cy="30723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9A0564-156A-E485-67A3-5953B99DEA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15" t="9382" r="1" b="50001"/>
          <a:stretch>
            <a:fillRect/>
          </a:stretch>
        </p:blipFill>
        <p:spPr>
          <a:xfrm>
            <a:off x="8975156" y="2332939"/>
            <a:ext cx="2378644" cy="296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3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CBE1-9C6E-8AE8-8583-AD372940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Fitting: Comparing Fitting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5B0C2A-65A9-FE88-4BA7-8BBA5AAE8D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5097"/>
                <a:ext cx="5215815" cy="4721866"/>
              </a:xfrm>
            </p:spPr>
            <p:txBody>
              <a:bodyPr/>
              <a:lstStyle/>
              <a:p>
                <a:r>
                  <a:rPr lang="en-IN" dirty="0"/>
                  <a:t>Stepwise fitting yields a much better fit with better parameter recovery</a:t>
                </a:r>
              </a:p>
              <a:p>
                <a:r>
                  <a:rPr lang="en-IN" dirty="0"/>
                  <a:t>Joint fitting is less robust and overall less accurate than stepwise fitting</a:t>
                </a:r>
              </a:p>
              <a:p>
                <a:r>
                  <a:rPr lang="en-IN" dirty="0"/>
                  <a:t>Possible reason is the usage of lesser data for joint fitting</a:t>
                </a:r>
              </a:p>
              <a:p>
                <a:r>
                  <a:rPr lang="en-IN" dirty="0"/>
                  <a:t>Joint fitting can still be useful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IN" dirty="0"/>
                  <a:t> vs I data is not available</a:t>
                </a:r>
              </a:p>
              <a:p>
                <a:r>
                  <a:rPr lang="en-IN" dirty="0"/>
                  <a:t>So we must still check if joint fitting can detect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5B0C2A-65A9-FE88-4BA7-8BBA5AAE8D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5097"/>
                <a:ext cx="5215815" cy="4721866"/>
              </a:xfrm>
              <a:blipFill>
                <a:blip r:embed="rId2"/>
                <a:stretch>
                  <a:fillRect l="-1637" t="-1809" r="-1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91FC7-D6A1-ED24-0CD8-97B58CF5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10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6F1932-6DA0-ABA5-BFC8-C7778DB5CE0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11" t="10074"/>
          <a:stretch>
            <a:fillRect/>
          </a:stretch>
        </p:blipFill>
        <p:spPr>
          <a:xfrm>
            <a:off x="6089876" y="1455097"/>
            <a:ext cx="2514599" cy="2207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CA0710-9525-DE9C-21A1-63779046C5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61" r="74645"/>
          <a:stretch>
            <a:fillRect/>
          </a:stretch>
        </p:blipFill>
        <p:spPr>
          <a:xfrm>
            <a:off x="6193861" y="3662458"/>
            <a:ext cx="2374753" cy="25145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5D0E4C2-2A3D-937E-ED0F-A42B8FD3E7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025" r="75354" b="20"/>
          <a:stretch>
            <a:fillRect/>
          </a:stretch>
        </p:blipFill>
        <p:spPr>
          <a:xfrm>
            <a:off x="8700304" y="3662459"/>
            <a:ext cx="2330282" cy="251450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138C1DB-5DD5-87D8-2C67-4583DE6A3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4" t="9522"/>
          <a:stretch>
            <a:fillRect/>
          </a:stretch>
        </p:blipFill>
        <p:spPr>
          <a:xfrm>
            <a:off x="8604475" y="1456567"/>
            <a:ext cx="2521940" cy="220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6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72B4B-9C57-C035-94B3-28BCEBDE4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Fitting: Detectability of Delta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C944D6-2EEE-0101-80D2-780CA29EE1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5097"/>
                <a:ext cx="10515600" cy="1809363"/>
              </a:xfrm>
            </p:spPr>
            <p:txBody>
              <a:bodyPr/>
              <a:lstStyle/>
              <a:p>
                <a:r>
                  <a:rPr lang="en-IN" dirty="0"/>
                  <a:t>Compared models with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IN" dirty="0"/>
                  <a:t> unconstrained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IN" dirty="0"/>
                  <a:t> = 0</a:t>
                </a:r>
              </a:p>
              <a:p>
                <a:r>
                  <a:rPr lang="en-IN" dirty="0"/>
                  <a:t>For data generated with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IN" dirty="0"/>
                  <a:t> = -1, it is detectable by both fitting techniques with p-value &lt;&lt; 0.001 in both cases</a:t>
                </a:r>
              </a:p>
              <a:p>
                <a:r>
                  <a:rPr lang="en-IN" dirty="0"/>
                  <a:t>For smaller values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IN" dirty="0"/>
                  <a:t>, larger values of I can be used to detect 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C944D6-2EEE-0101-80D2-780CA29EE1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5097"/>
                <a:ext cx="10515600" cy="1809363"/>
              </a:xfrm>
              <a:blipFill>
                <a:blip r:embed="rId2"/>
                <a:stretch>
                  <a:fillRect l="-812" t="-4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BD53B-FE81-0C91-A9A6-D357AD0A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11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4FFC1B-7057-F836-FA10-706829442AB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48" t="60290" r="42569" b="5782"/>
          <a:stretch>
            <a:fillRect/>
          </a:stretch>
        </p:blipFill>
        <p:spPr>
          <a:xfrm>
            <a:off x="1820333" y="3239060"/>
            <a:ext cx="3852336" cy="32257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072936-6A43-A70A-2A4C-CEB6DE61FD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74" t="60370" r="16820" b="3704"/>
          <a:stretch>
            <a:fillRect/>
          </a:stretch>
        </p:blipFill>
        <p:spPr>
          <a:xfrm>
            <a:off x="6519332" y="3264460"/>
            <a:ext cx="3666067" cy="313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4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6720E-A08B-30D3-F1EC-305259D5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72443-127E-F18C-5660-F382577B2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5097"/>
            <a:ext cx="5977467" cy="4721866"/>
          </a:xfrm>
        </p:spPr>
        <p:txBody>
          <a:bodyPr/>
          <a:lstStyle/>
          <a:p>
            <a:r>
              <a:rPr lang="en-IN" dirty="0"/>
              <a:t>This model can be reliably used to detect salt-crowder interactions from experimental data</a:t>
            </a:r>
          </a:p>
          <a:p>
            <a:r>
              <a:rPr lang="en-IN" dirty="0"/>
              <a:t>It captures many known phenomena of phase-separating systems:</a:t>
            </a:r>
          </a:p>
          <a:p>
            <a:pPr lvl="1"/>
            <a:r>
              <a:rPr lang="en-IN" dirty="0"/>
              <a:t> </a:t>
            </a:r>
            <a:r>
              <a:rPr lang="en-IN" dirty="0" err="1"/>
              <a:t>Reentrant</a:t>
            </a:r>
            <a:r>
              <a:rPr lang="en-IN" dirty="0"/>
              <a:t> behaviour with increasing salt </a:t>
            </a:r>
          </a:p>
          <a:p>
            <a:pPr lvl="1"/>
            <a:r>
              <a:rPr lang="en-IN" dirty="0"/>
              <a:t>Crowders driving phase separation</a:t>
            </a:r>
          </a:p>
          <a:p>
            <a:r>
              <a:rPr lang="en-IN" dirty="0"/>
              <a:t>Uses a minimal model that is easily interpretable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E5A83-7231-543C-E041-282E9E0F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12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C4222A-DD8D-CED7-23D3-9677B103B0A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Dehydration entropy drives liquid-liquid phase separation by molecular  crowding | Communications Chemistry">
            <a:extLst>
              <a:ext uri="{FF2B5EF4-FFF2-40B4-BE49-F238E27FC236}">
                <a16:creationId xmlns:a16="http://schemas.microsoft.com/office/drawing/2014/main" id="{5CFAD78C-78C1-2A25-D4D2-484A5208B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800" y="2342769"/>
            <a:ext cx="3835400" cy="217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47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DFD12-3157-AB17-A466-361A6CB5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and Future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DAADD-580D-49D9-87B9-C155899458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5097"/>
                <a:ext cx="5257800" cy="4721866"/>
              </a:xfrm>
            </p:spPr>
            <p:txBody>
              <a:bodyPr/>
              <a:lstStyle/>
              <a:p>
                <a:r>
                  <a:rPr lang="en-IN" dirty="0"/>
                  <a:t>Spinodal only shows instability, binodal is the actual coexistence curve</a:t>
                </a:r>
              </a:p>
              <a:p>
                <a:r>
                  <a:rPr lang="en-IN" dirty="0"/>
                  <a:t>Calculate the binodal for this model</a:t>
                </a:r>
              </a:p>
              <a:p>
                <a:r>
                  <a:rPr lang="en-IN" dirty="0"/>
                  <a:t>Try fitting with actual experimental data</a:t>
                </a:r>
              </a:p>
              <a:p>
                <a:r>
                  <a:rPr lang="en-IN" dirty="0"/>
                  <a:t>3D phase diagram data where all three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dirty="0"/>
                  <a:t> are independently varied does not currently exist in literature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DAADD-580D-49D9-87B9-C15589945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5097"/>
                <a:ext cx="5257800" cy="4721866"/>
              </a:xfrm>
              <a:blipFill>
                <a:blip r:embed="rId2"/>
                <a:stretch>
                  <a:fillRect l="-1624" t="-1809" r="-26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779CC-AE4D-584A-E725-77FD1AC8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13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8C0902-5AF7-6AFC-7969-F660CFA5956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77AF9F-FDB9-89AA-BBCF-67B8388DF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075" y="1883643"/>
            <a:ext cx="4467849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7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B8756-6C0A-9524-3823-2D71429C2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5AAFE-C28B-17AE-1F76-C2EBA5CFF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Qian, D., Michaels, T. C., &amp; Knowles, T. P. (2022). Analytical solution to the Flory–Huggins model. </a:t>
            </a:r>
            <a:r>
              <a:rPr lang="en-US" i="1" dirty="0"/>
              <a:t>The journal of physical chemistry letters</a:t>
            </a:r>
            <a:r>
              <a:rPr lang="en-US" dirty="0"/>
              <a:t>, </a:t>
            </a:r>
            <a:r>
              <a:rPr lang="en-US" i="1" dirty="0"/>
              <a:t>13</a:t>
            </a:r>
            <a:r>
              <a:rPr lang="en-US" dirty="0"/>
              <a:t>(33), 7853-7860.</a:t>
            </a:r>
          </a:p>
          <a:p>
            <a:r>
              <a:rPr lang="en-IN" dirty="0"/>
              <a:t>Krainer, G., Welsh, T.J., Joseph, J.A. </a:t>
            </a:r>
            <a:r>
              <a:rPr lang="en-IN" i="1" dirty="0"/>
              <a:t>et al.</a:t>
            </a:r>
            <a:r>
              <a:rPr lang="en-IN" dirty="0"/>
              <a:t> </a:t>
            </a:r>
            <a:r>
              <a:rPr lang="en-IN" dirty="0" err="1"/>
              <a:t>Reentrant</a:t>
            </a:r>
            <a:r>
              <a:rPr lang="en-IN" dirty="0"/>
              <a:t> liquid condensate phase of proteins is stabilized by hydrophobic and non-ionic interactions. </a:t>
            </a:r>
            <a:r>
              <a:rPr lang="en-IN" i="1" dirty="0"/>
              <a:t>Nat Commun</a:t>
            </a:r>
            <a:r>
              <a:rPr lang="en-IN" dirty="0"/>
              <a:t> </a:t>
            </a:r>
            <a:r>
              <a:rPr lang="en-IN" b="1" dirty="0"/>
              <a:t>12</a:t>
            </a:r>
            <a:r>
              <a:rPr lang="en-IN" dirty="0"/>
              <a:t>, 1085 (2021). </a:t>
            </a:r>
            <a:r>
              <a:rPr lang="en-IN" dirty="0">
                <a:hlinkClick r:id="rId2"/>
              </a:rPr>
              <a:t>https://doi.org/10.1038/s41467-021-21181-9</a:t>
            </a:r>
            <a:r>
              <a:rPr lang="en-IN" dirty="0"/>
              <a:t> </a:t>
            </a:r>
          </a:p>
          <a:p>
            <a:r>
              <a:rPr lang="en-IN" dirty="0"/>
              <a:t>Arter, W.E., Qi, R., </a:t>
            </a:r>
            <a:r>
              <a:rPr lang="en-IN" dirty="0" err="1"/>
              <a:t>Erkamp</a:t>
            </a:r>
            <a:r>
              <a:rPr lang="en-IN" dirty="0"/>
              <a:t>, N.A. </a:t>
            </a:r>
            <a:r>
              <a:rPr lang="en-IN" i="1" dirty="0"/>
              <a:t>et al.</a:t>
            </a:r>
            <a:r>
              <a:rPr lang="en-IN" dirty="0"/>
              <a:t> Biomolecular condensate phase diagrams with a combinatorial microdroplet platform. </a:t>
            </a:r>
            <a:r>
              <a:rPr lang="en-IN" i="1" dirty="0"/>
              <a:t>Nat Commun</a:t>
            </a:r>
            <a:r>
              <a:rPr lang="en-IN" dirty="0"/>
              <a:t> </a:t>
            </a:r>
            <a:r>
              <a:rPr lang="en-IN" b="1" dirty="0"/>
              <a:t>13</a:t>
            </a:r>
            <a:r>
              <a:rPr lang="en-IN" dirty="0"/>
              <a:t>, 7845 (2022). </a:t>
            </a:r>
            <a:r>
              <a:rPr lang="en-IN" dirty="0">
                <a:hlinkClick r:id="rId3"/>
              </a:rPr>
              <a:t>https://doi.org/10.1038/s41467-022-35265-7</a:t>
            </a:r>
            <a:endParaRPr lang="en-IN" dirty="0"/>
          </a:p>
          <a:p>
            <a:r>
              <a:rPr lang="en-IN" dirty="0" err="1"/>
              <a:t>Ausserwöger</a:t>
            </a:r>
            <a:r>
              <a:rPr lang="en-IN" dirty="0"/>
              <a:t>, H., de </a:t>
            </a:r>
            <a:r>
              <a:rPr lang="en-IN" dirty="0" err="1"/>
              <a:t>Csilléry</a:t>
            </a:r>
            <a:r>
              <a:rPr lang="en-IN" dirty="0"/>
              <a:t>, E., Qian, D. </a:t>
            </a:r>
            <a:r>
              <a:rPr lang="en-IN" i="1" dirty="0"/>
              <a:t>et al.</a:t>
            </a:r>
            <a:r>
              <a:rPr lang="en-IN" dirty="0"/>
              <a:t> Quantifying collective interactions in biomolecular phase separation. </a:t>
            </a:r>
            <a:r>
              <a:rPr lang="en-IN" i="1" dirty="0"/>
              <a:t>Nat Commun</a:t>
            </a:r>
            <a:r>
              <a:rPr lang="en-IN" dirty="0"/>
              <a:t> </a:t>
            </a:r>
            <a:r>
              <a:rPr lang="en-IN" b="1" dirty="0"/>
              <a:t>16</a:t>
            </a:r>
            <a:r>
              <a:rPr lang="en-IN" dirty="0"/>
              <a:t>, 7724 (2025). </a:t>
            </a:r>
            <a:r>
              <a:rPr lang="en-IN" dirty="0">
                <a:hlinkClick r:id="rId4"/>
              </a:rPr>
              <a:t>https://doi.org/10.1038/s41467-025-62437-y</a:t>
            </a:r>
            <a:r>
              <a:rPr lang="en-US" dirty="0"/>
              <a:t> </a:t>
            </a:r>
          </a:p>
          <a:p>
            <a:r>
              <a:rPr lang="en-IN" dirty="0"/>
              <a:t>Dr. Max C.M. Martens, Mr. Zexiang Han, Prof. Tuomas P.J. Knowles, et al. Protein self-assembly in crowded environments. </a:t>
            </a:r>
            <a:r>
              <a:rPr lang="en-IN" i="1" dirty="0" err="1"/>
              <a:t>ChemRxiv</a:t>
            </a:r>
            <a:r>
              <a:rPr lang="en-IN" dirty="0"/>
              <a:t>. 23 August 2025. </a:t>
            </a:r>
            <a:r>
              <a:rPr lang="en-IN" dirty="0">
                <a:hlinkClick r:id="rId5"/>
              </a:rPr>
              <a:t>https://doi.org/10.26434/chemrxiv-2025-zhb2l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BCDCA-8ABF-8CD5-E589-49FBFA42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42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A92B-B769-39EC-86F4-AB2FADD827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201E3-C7F1-E403-15BD-6E0242A1BC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3E50-A023-B82B-601B-6B6567AE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DE45-6544-4C42-8A73-1EF24EA9728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21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</TotalTime>
  <Words>1042</Words>
  <Application>Microsoft Office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2_Office Theme</vt:lpstr>
      <vt:lpstr>Modelling Crowder-Salt Interactions in a FUS-PEG-KCl System Using an Extended Flory-Huggins Framework</vt:lpstr>
      <vt:lpstr>Objective</vt:lpstr>
      <vt:lpstr>Liquid-Liquid Phase Separation</vt:lpstr>
      <vt:lpstr>Flory-Huggins Theory</vt:lpstr>
      <vt:lpstr>Phase Diagrams</vt:lpstr>
      <vt:lpstr>Extended Flory-Huggins Framework</vt:lpstr>
      <vt:lpstr>Synthetic Data Generation: Method</vt:lpstr>
      <vt:lpstr>Synthetic Data Generation: Results</vt:lpstr>
      <vt:lpstr>Fitting: Parameter Recovery</vt:lpstr>
      <vt:lpstr>Fitting: Comparing Fitting Approach</vt:lpstr>
      <vt:lpstr>Fitting: Detectability of Delta</vt:lpstr>
      <vt:lpstr>Conclusion</vt:lpstr>
      <vt:lpstr>Limitations and Future Work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Achintya Mathur</dc:creator>
  <cp:lastModifiedBy>Achintya Mathur</cp:lastModifiedBy>
  <cp:revision>1</cp:revision>
  <dcterms:created xsi:type="dcterms:W3CDTF">2026-05-01T22:15:17Z</dcterms:created>
  <dcterms:modified xsi:type="dcterms:W3CDTF">2026-05-04T03:33:18Z</dcterms:modified>
</cp:coreProperties>
</file>